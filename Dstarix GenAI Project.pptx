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Candidate Scoring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4050773682669562E-2"/>
          <c:y val="0.15889392144566"/>
          <c:w val="0.65930504692324765"/>
          <c:h val="0.65821522309711278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43D9-426C-A26C-1E399512942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2-43D9-426C-A26C-1E399512942A}"/>
              </c:ext>
            </c:extLst>
          </c:dPt>
          <c:dLbls>
            <c:dLbl>
              <c:idx val="3"/>
              <c:layout>
                <c:manualLayout>
                  <c:x val="7.5489607896138303E-2"/>
                  <c:y val="0.11595508133265399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3D9-426C-A26C-1E399512942A}"/>
                </c:ext>
              </c:extLst>
            </c:dLbl>
            <c:dLbl>
              <c:idx val="4"/>
              <c:layout>
                <c:manualLayout>
                  <c:x val="7.605746881416546E-2"/>
                  <c:y val="6.004499238851415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3D9-426C-A26C-1E399512942A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Required Skills</c:v>
                </c:pt>
                <c:pt idx="1">
                  <c:v>Experience</c:v>
                </c:pt>
                <c:pt idx="2">
                  <c:v>Projects</c:v>
                </c:pt>
                <c:pt idx="3">
                  <c:v>Education</c:v>
                </c:pt>
                <c:pt idx="4">
                  <c:v>Additional Skills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D9-426C-A26C-1E399512942A}"/>
            </c:ext>
          </c:extLst>
        </c:ser>
        <c:dLbls>
          <c:dLblPos val="ctr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777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556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62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828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197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542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523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83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87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8825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822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160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793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29529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29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1235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9421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6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560873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4248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64028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92697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917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6077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3857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9399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613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12E5EE3F-0166-44FA-B66B-5D6CDCB159F7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18B7E39-0B00-44D6-8D8A-30D289948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9439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0BCC-776B-C9AD-8D5A-F5901EFC9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Dstarix</a:t>
            </a:r>
            <a:r>
              <a:rPr lang="en-IN" dirty="0"/>
              <a:t> GenAI Project</a:t>
            </a:r>
            <a:br>
              <a:rPr lang="en-IN" dirty="0"/>
            </a:br>
            <a:r>
              <a:rPr lang="en-IN" b="1" spc="300" dirty="0"/>
              <a:t>AI Recruitment &amp; Candidate Matching Platform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114ACE-37A9-FE17-6305-1E1E3050E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Resumes and a job description go in. A ranked, explained shortlist comes out.</a:t>
            </a:r>
          </a:p>
          <a:p>
            <a:r>
              <a:rPr lang="en-IN" b="1" dirty="0"/>
              <a:t>Pratham Kamble</a:t>
            </a:r>
            <a:r>
              <a:rPr lang="en-IN" dirty="0"/>
              <a:t> · github.com/pratham-kamble/GEN-AI-Project</a:t>
            </a:r>
          </a:p>
        </p:txBody>
      </p:sp>
    </p:spTree>
    <p:extLst>
      <p:ext uri="{BB962C8B-B14F-4D97-AF65-F5344CB8AC3E}">
        <p14:creationId xmlns:p14="http://schemas.microsoft.com/office/powerpoint/2010/main" val="3011033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D0C6-D001-BC79-930F-3FE65DA8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0" y="1172504"/>
            <a:ext cx="9942409" cy="876193"/>
          </a:xfrm>
        </p:spPr>
        <p:txBody>
          <a:bodyPr/>
          <a:lstStyle/>
          <a:p>
            <a:r>
              <a:rPr lang="en-IN" spc="0" dirty="0"/>
              <a:t>Screening resumes by hand is slow and inconsistent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34BB0-4093-F978-A460-AE3B6CA91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91" y="2552700"/>
            <a:ext cx="9942409" cy="43053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One job opening can bring in hundreds of resumes, and reviewing each one against the job description takes a lot of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Simple keyword filters can also miss great candidates when they describe their skills or experience differently.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The goal is to build a working hiring pipeline—not just a chatbot. It should parse resumes and job descriptions, extract structured information, understand how well candidates match the role, score and rank them, and clearly explain why each candidate is a good 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165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36BDA-9829-6EA3-FBEE-8BA43D11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0" dirty="0"/>
              <a:t>One pipeline, each stage its own module</a:t>
            </a:r>
            <a:br>
              <a:rPr lang="en-IN" spc="0" dirty="0"/>
            </a:br>
            <a:endParaRPr lang="en-IN" spc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904B5-F78D-65FE-F069-BCEE16E6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IN" sz="2000" dirty="0"/>
              <a:t>Job description &gt; </a:t>
            </a:r>
            <a:r>
              <a:rPr lang="en-IN" sz="2000" b="1" dirty="0">
                <a:solidFill>
                  <a:srgbClr val="FFFF00"/>
                </a:solidFill>
              </a:rPr>
              <a:t>LLM extracts requirements </a:t>
            </a:r>
            <a:r>
              <a:rPr lang="en-IN" sz="2000" dirty="0"/>
              <a:t>&gt; Resume (PDF / DOCX) &gt; Text extraction &gt; </a:t>
            </a:r>
            <a:r>
              <a:rPr lang="en-IN" sz="2000" b="1" dirty="0">
                <a:solidFill>
                  <a:srgbClr val="FFFF00"/>
                </a:solidFill>
              </a:rPr>
              <a:t>LLM builds profile</a:t>
            </a:r>
          </a:p>
          <a:p>
            <a:pPr algn="ctr"/>
            <a:r>
              <a:rPr lang="en-IN" sz="2000" b="1" dirty="0">
                <a:solidFill>
                  <a:srgbClr val="FFFF00"/>
                </a:solidFill>
              </a:rPr>
              <a:t>Embeddings</a:t>
            </a:r>
            <a:r>
              <a:rPr lang="en-IN" sz="2000" dirty="0"/>
              <a:t> &gt; Semantic matching &gt; Weighted score &gt; Ranking + skill gaps &gt; </a:t>
            </a:r>
            <a:r>
              <a:rPr lang="en-IN" sz="2000" b="1" dirty="0">
                <a:solidFill>
                  <a:srgbClr val="FFFF00"/>
                </a:solidFill>
              </a:rPr>
              <a:t>LLM explanation</a:t>
            </a:r>
          </a:p>
          <a:p>
            <a:pPr algn="ctr"/>
            <a:endParaRPr lang="en-IN" sz="2000" b="1" dirty="0">
              <a:solidFill>
                <a:srgbClr val="FFFF00"/>
              </a:solidFill>
            </a:endParaRPr>
          </a:p>
          <a:p>
            <a:r>
              <a:rPr lang="en-IN" sz="1800" dirty="0"/>
              <a:t>The backend is built with </a:t>
            </a:r>
            <a:r>
              <a:rPr lang="en-IN" sz="1800" dirty="0" err="1"/>
              <a:t>FastAPI</a:t>
            </a:r>
            <a:r>
              <a:rPr lang="en-IN" sz="1800" dirty="0"/>
              <a:t>, using </a:t>
            </a:r>
            <a:r>
              <a:rPr lang="en-IN" sz="1800" dirty="0" err="1"/>
              <a:t>Groq’s</a:t>
            </a:r>
            <a:r>
              <a:rPr lang="en-IN" sz="1800" dirty="0"/>
              <a:t> </a:t>
            </a:r>
            <a:r>
              <a:rPr lang="en-IN" sz="1800" dirty="0" err="1"/>
              <a:t>openai</a:t>
            </a:r>
            <a:r>
              <a:rPr lang="en-IN" sz="1800" dirty="0"/>
              <a:t>/gpt-oss-20b model for the AI-powered stages. Sentence-transformers handle embeddings and semantic matching, while </a:t>
            </a:r>
            <a:r>
              <a:rPr lang="en-IN" sz="1800" dirty="0" err="1"/>
              <a:t>Pydantic</a:t>
            </a:r>
            <a:r>
              <a:rPr lang="en-IN" sz="1800" dirty="0"/>
              <a:t> keeps the data structured and validated. For now, the application uses an in-memory store.</a:t>
            </a:r>
          </a:p>
          <a:p>
            <a:r>
              <a:rPr lang="en-IN" sz="1800" dirty="0"/>
              <a:t>The highlighted stages are the parts where the LLM is actively involved.</a:t>
            </a:r>
          </a:p>
          <a:p>
            <a:pPr algn="ctr"/>
            <a:endParaRPr lang="en-IN" sz="1600" b="1" dirty="0">
              <a:solidFill>
                <a:srgbClr val="FFFF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034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4EFD-7D72-27A8-6F6B-8D44F199A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0" dirty="0"/>
              <a:t>Matching by meaning, not by keywords</a:t>
            </a:r>
            <a:br>
              <a:rPr lang="en-IN" spc="0" dirty="0"/>
            </a:br>
            <a:endParaRPr lang="en-IN" spc="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8D5079B-0866-5925-5F05-AF0B3D8733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4109476"/>
              </p:ext>
            </p:extLst>
          </p:nvPr>
        </p:nvGraphicFramePr>
        <p:xfrm>
          <a:off x="428625" y="1989703"/>
          <a:ext cx="6825615" cy="4449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F054C99-68BA-1322-B716-1A399CA86771}"/>
              </a:ext>
            </a:extLst>
          </p:cNvPr>
          <p:cNvSpPr txBox="1"/>
          <p:nvPr/>
        </p:nvSpPr>
        <p:spPr>
          <a:xfrm>
            <a:off x="7467599" y="1989703"/>
            <a:ext cx="45618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Job requirement</a:t>
            </a:r>
            <a:br>
              <a:rPr lang="en-IN" dirty="0"/>
            </a:br>
            <a:r>
              <a:rPr lang="en-IN" dirty="0"/>
              <a:t>Python backend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Ananya's resume, no keyword overlap Developed and shipped backend services using Python and Django.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Each required skill is embedded and compared with every candidate skill by cosine similarity. A best score of 0.55 or higher counts as a match. Ananya ranked first.</a:t>
            </a:r>
          </a:p>
        </p:txBody>
      </p:sp>
    </p:spTree>
    <p:extLst>
      <p:ext uri="{BB962C8B-B14F-4D97-AF65-F5344CB8AC3E}">
        <p14:creationId xmlns:p14="http://schemas.microsoft.com/office/powerpoint/2010/main" val="330414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77B67-820E-E282-A227-AA1BE3A47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391" y="579054"/>
            <a:ext cx="9942409" cy="876193"/>
          </a:xfrm>
        </p:spPr>
        <p:txBody>
          <a:bodyPr/>
          <a:lstStyle/>
          <a:p>
            <a:r>
              <a:rPr lang="en-IN" spc="0" dirty="0"/>
              <a:t>Ranked results with skill gaps and explanations</a:t>
            </a:r>
            <a:br>
              <a:rPr lang="en-IN" spc="0" dirty="0"/>
            </a:br>
            <a:endParaRPr lang="en-IN" spc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4B826-AF4F-0E7A-3764-1858BD465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391" y="1577406"/>
            <a:ext cx="9942409" cy="4701540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Ananya Iyer 82.39 and Rahul Verma 80.98 lead. Ananya worded her skills differently from the JD.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Each result lists matching skills, missing skills and a gap count.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The LLM explanation is written from the computed scores, and a failed explanation never blocks the ranking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13B2F-7EDD-F09C-98EA-DEA519D7E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995" y="3177779"/>
            <a:ext cx="6096000" cy="307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4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0338-B93D-F985-B39A-C84BD20E6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91" y="419100"/>
            <a:ext cx="9942409" cy="876193"/>
          </a:xfrm>
        </p:spPr>
        <p:txBody>
          <a:bodyPr/>
          <a:lstStyle/>
          <a:p>
            <a:r>
              <a:rPr lang="en-IN" spc="0" dirty="0"/>
              <a:t>Tested, and failures return clear errors</a:t>
            </a:r>
            <a:br>
              <a:rPr lang="en-IN" spc="0" dirty="0"/>
            </a:br>
            <a:endParaRPr lang="en-IN" spc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FBA623-1EEA-45A5-2C38-739AF9CF5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06" y="1129044"/>
            <a:ext cx="5056794" cy="2690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8D1081-0A19-26F1-9872-BCDAAE55B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53420"/>
            <a:ext cx="5892800" cy="29725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40C5ED-DA84-F7BB-14AE-5C47498BC41D}"/>
              </a:ext>
            </a:extLst>
          </p:cNvPr>
          <p:cNvSpPr txBox="1"/>
          <p:nvPr/>
        </p:nvSpPr>
        <p:spPr>
          <a:xfrm>
            <a:off x="5884555" y="1295293"/>
            <a:ext cx="4782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 automated tests: extraction, scoring, </a:t>
            </a:r>
          </a:p>
          <a:p>
            <a:r>
              <a:rPr lang="en-IN" dirty="0"/>
              <a:t>document processing. The LLM is mocked.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352668-1333-C98B-A4C4-AD4C7C0B8843}"/>
              </a:ext>
            </a:extLst>
          </p:cNvPr>
          <p:cNvSpPr txBox="1"/>
          <p:nvPr/>
        </p:nvSpPr>
        <p:spPr>
          <a:xfrm>
            <a:off x="2326640" y="4816518"/>
            <a:ext cx="3409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Unknown job id returns a 404 </a:t>
            </a:r>
          </a:p>
          <a:p>
            <a:r>
              <a:rPr lang="en-IN" dirty="0"/>
              <a:t>with a readable message.</a:t>
            </a:r>
          </a:p>
        </p:txBody>
      </p:sp>
    </p:spTree>
    <p:extLst>
      <p:ext uri="{BB962C8B-B14F-4D97-AF65-F5344CB8AC3E}">
        <p14:creationId xmlns:p14="http://schemas.microsoft.com/office/powerpoint/2010/main" val="2387013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053E-5AE3-78B7-7B8F-D62E6CAA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0" dirty="0"/>
              <a:t>Known limits and next steps</a:t>
            </a:r>
            <a:br>
              <a:rPr lang="en-IN" spc="0" dirty="0"/>
            </a:br>
            <a:endParaRPr lang="en-IN" spc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C6064-7FF2-E887-5B15-8D9C78D1B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Storage is in memory, so data resets on restart. Next: SQLite or PostgreSQL.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The 0.55 threshold is a heuristic. Next: calibrate it on labelled resume and JD pairs.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Extraction can vary between runs, so scores shift slightly. Next: fixed skill taxonomy and caching.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Next: batch upload, OCR for scanned PDFs, a recruiter frontend, authentication.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234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EF8B-6D5C-8C91-B953-754E96920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511" y="2617190"/>
            <a:ext cx="10765369" cy="4169690"/>
          </a:xfrm>
        </p:spPr>
        <p:txBody>
          <a:bodyPr>
            <a:norm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6404C-3A5C-D5AE-2EAC-D0703C1F7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7071360"/>
            <a:ext cx="9942409" cy="469858"/>
          </a:xfrm>
        </p:spPr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288505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29</TotalTime>
  <Words>480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Film Burn</vt:lpstr>
      <vt:lpstr>Dstarix GenAI Project AI Recruitment &amp; Candidate Matching Platform </vt:lpstr>
      <vt:lpstr>Screening resumes by hand is slow and inconsistent </vt:lpstr>
      <vt:lpstr>One pipeline, each stage its own module </vt:lpstr>
      <vt:lpstr>Matching by meaning, not by keywords </vt:lpstr>
      <vt:lpstr>Ranked results with skill gaps and explanations </vt:lpstr>
      <vt:lpstr>Tested, and failures return clear errors </vt:lpstr>
      <vt:lpstr>Known limits and next steps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prathamkamble2103@outlook.com</dc:creator>
  <cp:lastModifiedBy>prathamkamble2103@outlook.com</cp:lastModifiedBy>
  <cp:revision>1</cp:revision>
  <dcterms:created xsi:type="dcterms:W3CDTF">2026-09-28T02:48:55Z</dcterms:created>
  <dcterms:modified xsi:type="dcterms:W3CDTF">2026-09-28T03:18:08Z</dcterms:modified>
</cp:coreProperties>
</file>